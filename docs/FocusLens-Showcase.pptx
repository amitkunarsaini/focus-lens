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161925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350008"/>
            <a:ext cx="512064" cy="512064"/>
          </a:xfrm>
          <a:prstGeom prst="ellipse">
            <a:avLst/>
          </a:prstGeom>
          <a:solidFill>
            <a:srgbClr val="161925"/>
          </a:solidFill>
          <a:ln w="381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" y="2523744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1031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FocusLens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1938528" y="2880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Intelligence Platform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where your attention goes, why you get distracted, and how to improve — from real behavioural data.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Chrome Extension (MV3)   •   Next.js 16 Dashboard   •   Prisma / PostgreSQL   •   Deterministic engine + optional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FocusLens — Attention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another screen-time tracker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500116" cy="2377440"/>
          </a:xfrm>
          <a:prstGeom prst="roundRect">
            <a:avLst>
              <a:gd name="adj" fmla="val 3077"/>
            </a:avLst>
          </a:prstGeom>
          <a:solidFill>
            <a:srgbClr val="16192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37360"/>
            <a:ext cx="73152" cy="23774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47088"/>
            <a:ext cx="5088636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trackers tell you…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 spent per website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daily usage bar chart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numbers. No meaning.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31636" y="1737360"/>
            <a:ext cx="5500116" cy="2377440"/>
          </a:xfrm>
          <a:prstGeom prst="roundRect">
            <a:avLst>
              <a:gd name="adj" fmla="val 3077"/>
            </a:avLst>
          </a:prstGeom>
          <a:solidFill>
            <a:srgbClr val="16192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1636" y="1737360"/>
            <a:ext cx="73152" cy="23774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6460236" y="1847088"/>
            <a:ext cx="5088636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FocusLens tells you…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When you do your best deep work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breaks your focus and its real cost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Whether your time matches your goals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How your patterns change over time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answers questions like: “Why was I distracted today?”, “When am I most productive?”, “Which sites break my focus?”, “Am I actually working toward my goals?”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FocusLens — Attention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192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423160"/>
            <a:ext cx="22768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Chrome Extension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Captures active-attention spans (tab, URL, title, time) and streams them every ~60s.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44952" y="283464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55848" y="22860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1925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423160"/>
            <a:ext cx="22768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API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Authenticated by a per-user token; classifies &amp; stores each event.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283464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54496" y="22860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1925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423160"/>
            <a:ext cx="22768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 Engine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Deterministic: focus, leaks, switching, scoring, goals.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42248" y="283464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153144" y="22860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1925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17736" y="2423160"/>
            <a:ext cx="22768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only real data. Dashboard reads precomputed rollups.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layer (Claude) is optional — it only rephrases the daily summary. Every metric is computed deterministically, so the product works fully with no API key.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pipeline:  BrowsingEvent → recomputeDay() → FocusSessions · AttentionLeaks · DailyAnalytics · ProductivityScore · Insights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FocusLens — Attention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like a modern SaaS product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500116" cy="1874520"/>
          </a:xfrm>
          <a:prstGeom prst="roundRect">
            <a:avLst>
              <a:gd name="adj" fmla="val 3902"/>
            </a:avLst>
          </a:prstGeom>
          <a:solidFill>
            <a:srgbClr val="16192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37360"/>
            <a:ext cx="73152" cy="1874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47088"/>
            <a:ext cx="5088636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16 (App Router), TypeScript, Tailwind CSS, shadcn-style UI, Framer Motion, TanStack Query, Recharts.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31636" y="1737360"/>
            <a:ext cx="5500116" cy="1874520"/>
          </a:xfrm>
          <a:prstGeom prst="roundRect">
            <a:avLst>
              <a:gd name="adj" fmla="val 3902"/>
            </a:avLst>
          </a:prstGeom>
          <a:solidFill>
            <a:srgbClr val="16192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1636" y="1737360"/>
            <a:ext cx="73152" cy="1874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6460236" y="1847088"/>
            <a:ext cx="5088636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API Routes, Prisma ORM, PostgreSQL. NextAuth (credentials + Google) with JWT sessions.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5500116" cy="1874520"/>
          </a:xfrm>
          <a:prstGeom prst="roundRect">
            <a:avLst>
              <a:gd name="adj" fmla="val 3902"/>
            </a:avLst>
          </a:prstGeom>
          <a:solidFill>
            <a:srgbClr val="16192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86200"/>
            <a:ext cx="73152" cy="18745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995928"/>
            <a:ext cx="5088636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Extension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Chrome Manifest V3 service worker, TypeScript, esbuild bundling, durable chrome.storage state.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31636" y="3886200"/>
            <a:ext cx="5500116" cy="1874520"/>
          </a:xfrm>
          <a:prstGeom prst="roundRect">
            <a:avLst>
              <a:gd name="adj" fmla="val 3902"/>
            </a:avLst>
          </a:prstGeom>
          <a:solidFill>
            <a:srgbClr val="161925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1636" y="3886200"/>
            <a:ext cx="73152" cy="18745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6460236" y="3995928"/>
            <a:ext cx="5088636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(optional)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Anthropic Claude via @anthropic-ai/sdk — enhances narratives, with a deterministic fallback.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FocusLens — Attention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CAPTURE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Chrome extension — real activity, automatically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155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one active-attention span per focused, non-idle tab — no manual start/stop.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Closes &amp; queues a span on: tab switch, navigation, window focus/blur, idle (60s), tab close.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state in chrome.storage — survives the service worker being suspended by Chrome.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Auto-flushes batches to the dashboard every ~60s (authenticated by a per-user ingest token); failed batches retry.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Popup shows today's tracked time, events &amp; queue; one-click sync; pause tracking anytime.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tracked events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4754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~60s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8328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auto-sync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4754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effort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69680" y="4754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86968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worker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FocusLens — Attention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classification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page maps to a category (rule-based, instant, no AI) → rolled up to Productive / Neutral / Distracting.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5500116" cy="1783080"/>
          </a:xfrm>
          <a:prstGeom prst="roundRect">
            <a:avLst>
              <a:gd name="adj" fmla="val 4103"/>
            </a:avLst>
          </a:prstGeom>
          <a:solidFill>
            <a:srgbClr val="16192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73152" cy="1783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12848"/>
            <a:ext cx="5088636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categories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Development, Work, Learning, Research, Documentation, Communication, News, Social Media, Shopping, Entertainment.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1636" y="2103120"/>
            <a:ext cx="5500116" cy="1783080"/>
          </a:xfrm>
          <a:prstGeom prst="roundRect">
            <a:avLst>
              <a:gd name="adj" fmla="val 4103"/>
            </a:avLst>
          </a:prstGeom>
          <a:solidFill>
            <a:srgbClr val="16192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1636" y="2103120"/>
            <a:ext cx="73152" cy="1783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6460236" y="2212848"/>
            <a:ext cx="5088636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YouTube tutorial → Learning; a YouTube Short → Entertainment. ChatGPT/Claude → Research.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5500116" cy="1783080"/>
          </a:xfrm>
          <a:prstGeom prst="roundRect">
            <a:avLst>
              <a:gd name="adj" fmla="val 4103"/>
            </a:avLst>
          </a:prstGeom>
          <a:solidFill>
            <a:srgbClr val="16192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160520"/>
            <a:ext cx="73152" cy="17830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70248"/>
            <a:ext cx="5088636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 → Development · stackoverflow → Learning · MDN → Documentation · linkedin → Social.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31636" y="4160520"/>
            <a:ext cx="5500116" cy="1783080"/>
          </a:xfrm>
          <a:prstGeom prst="roundRect">
            <a:avLst>
              <a:gd name="adj" fmla="val 4103"/>
            </a:avLst>
          </a:prstGeom>
          <a:solidFill>
            <a:srgbClr val="161925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1636" y="4160520"/>
            <a:ext cx="73152" cy="1783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6460236" y="4270248"/>
            <a:ext cx="5088636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overrides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 any domain to a category. Applied retroactively — past activity re-classified &amp; analytics recomputed.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FocusLens — Attention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session detection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155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Automatically detects sustained deep-work runs (≥ 15 min), tolerating short interruptions.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Sessions ≥ 45 min are flagged as deep work.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session: start/end, duration, primary activity, interruption count, and a quality score (0–100).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“Best focus periods” surface the hours of day you most reliably do deep work — protect them.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4480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≥15m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97280" y="5120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4480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≥45m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114800" y="5120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work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4480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0–100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132320" y="5120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score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FocusLens — Attention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leak detection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155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productive runs repeatedly broken by distracting detours — the classic GitHub → WhatsApp → LinkedIn → GitHub pattern.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interruption count, time lost to detours, and an estimated focus-recovery cost.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Surfaces the specific domains that most often break your flow.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“Your coding session was interrupted 4 times. Estimated focus-recovery loss: 17 minutes.”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FocusLens — Attention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productivity score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0–100 score, built from five weighted components — every point is traceable to real behaviour.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575304" cy="1737360"/>
          </a:xfrm>
          <a:prstGeom prst="roundRect">
            <a:avLst>
              <a:gd name="adj" fmla="val 4211"/>
            </a:avLst>
          </a:prstGeom>
          <a:solidFill>
            <a:srgbClr val="16192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73152" cy="1737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12848"/>
            <a:ext cx="3163824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mix · 40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active time on productive categories (distractions drag it down).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06824" y="2103120"/>
            <a:ext cx="3575304" cy="1737360"/>
          </a:xfrm>
          <a:prstGeom prst="roundRect">
            <a:avLst>
              <a:gd name="adj" fmla="val 4211"/>
            </a:avLst>
          </a:prstGeom>
          <a:solidFill>
            <a:srgbClr val="16192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6824" y="2103120"/>
            <a:ext cx="73152" cy="17373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4535424" y="2212848"/>
            <a:ext cx="3163824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focus · 25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for sustained deep-work time.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56448" y="2103120"/>
            <a:ext cx="3575304" cy="1737360"/>
          </a:xfrm>
          <a:prstGeom prst="roundRect">
            <a:avLst>
              <a:gd name="adj" fmla="val 4211"/>
            </a:avLst>
          </a:prstGeom>
          <a:solidFill>
            <a:srgbClr val="16192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2103120"/>
            <a:ext cx="73152" cy="17373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8385048" y="2212848"/>
            <a:ext cx="3163824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Sustained attention · 20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Inverse of context-switching frequency per active hour.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3575304" cy="1737360"/>
          </a:xfrm>
          <a:prstGeom prst="roundRect">
            <a:avLst>
              <a:gd name="adj" fmla="val 4211"/>
            </a:avLst>
          </a:prstGeom>
          <a:solidFill>
            <a:srgbClr val="161925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114800"/>
            <a:ext cx="73152" cy="1737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224528"/>
            <a:ext cx="3163824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 · 5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Staying active rather than idle.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306824" y="4114800"/>
            <a:ext cx="3575304" cy="1737360"/>
          </a:xfrm>
          <a:prstGeom prst="roundRect">
            <a:avLst>
              <a:gd name="adj" fmla="val 4211"/>
            </a:avLst>
          </a:prstGeom>
          <a:solidFill>
            <a:srgbClr val="16192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06824" y="4114800"/>
            <a:ext cx="73152" cy="173736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3" name="Text 21"/>
          <p:cNvSpPr/>
          <p:nvPr/>
        </p:nvSpPr>
        <p:spPr>
          <a:xfrm>
            <a:off x="4535424" y="4224528"/>
            <a:ext cx="3163824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alignment · 10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well the day matched your declared goals.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56448" y="4114800"/>
            <a:ext cx="3575304" cy="1737360"/>
          </a:xfrm>
          <a:prstGeom prst="roundRect">
            <a:avLst>
              <a:gd name="adj" fmla="val 4211"/>
            </a:avLst>
          </a:prstGeom>
          <a:solidFill>
            <a:srgbClr val="16192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6448" y="4114800"/>
            <a:ext cx="73152" cy="17373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8385048" y="4224528"/>
            <a:ext cx="3163824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switching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Tracked separately as its own 0–100 score + daily/weekly trend.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FocusLens — Attention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alignment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155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what matters: learn a topic, hit deep-work hours, or limit a category.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behaviour is measured against each goal → progress % + an alignment score.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both directions: “at least 2h learning AI” and “at most 1h social media”.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alignment feeds back into the productivity score.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3575304" cy="1280160"/>
          </a:xfrm>
          <a:prstGeom prst="roundRect">
            <a:avLst>
              <a:gd name="adj" fmla="val 5714"/>
            </a:avLst>
          </a:prstGeom>
          <a:solidFill>
            <a:srgbClr val="161925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206240"/>
            <a:ext cx="73152" cy="12801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315968"/>
            <a:ext cx="3163824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AI · 42m / 2h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35% — behind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06824" y="4206240"/>
            <a:ext cx="3575304" cy="1280160"/>
          </a:xfrm>
          <a:prstGeom prst="roundRect">
            <a:avLst>
              <a:gd name="adj" fmla="val 5714"/>
            </a:avLst>
          </a:prstGeom>
          <a:solidFill>
            <a:srgbClr val="16192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6824" y="4206240"/>
            <a:ext cx="73152" cy="12801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4535424" y="4315968"/>
            <a:ext cx="3163824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work · 3h 20m / 4h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83% — almost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56448" y="4206240"/>
            <a:ext cx="3575304" cy="1280160"/>
          </a:xfrm>
          <a:prstGeom prst="roundRect">
            <a:avLst>
              <a:gd name="adj" fmla="val 5714"/>
            </a:avLst>
          </a:prstGeom>
          <a:solidFill>
            <a:srgbClr val="16192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4206240"/>
            <a:ext cx="73152" cy="12801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8385048" y="4315968"/>
            <a:ext cx="3163824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≤ 1h · 38m used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FocusLens — Attention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&amp; weekly intelligence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500116" cy="1965960"/>
          </a:xfrm>
          <a:prstGeom prst="roundRect">
            <a:avLst>
              <a:gd name="adj" fmla="val 3721"/>
            </a:avLst>
          </a:prstGeom>
          <a:solidFill>
            <a:srgbClr val="16192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37360"/>
            <a:ext cx="73152" cy="1965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47088"/>
            <a:ext cx="5088636" cy="1746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summary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“Today you spent 7.2h online, 4.8h productive. Your highest focus was 10:15–11:48 AM. Most distractions came from social media. Productivity +11% vs yesterday.”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31636" y="1737360"/>
            <a:ext cx="5500116" cy="1965960"/>
          </a:xfrm>
          <a:prstGeom prst="roundRect">
            <a:avLst>
              <a:gd name="adj" fmla="val 3721"/>
            </a:avLst>
          </a:prstGeom>
          <a:solidFill>
            <a:srgbClr val="16192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1636" y="1737360"/>
            <a:ext cx="73152" cy="1965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6460236" y="1847088"/>
            <a:ext cx="5088636" cy="1746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report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Productivity &amp; focus trends, top productive sites vs. top distractions, learning &amp; deep-work hours, and actionable recommendations.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5500116" cy="1965960"/>
          </a:xfrm>
          <a:prstGeom prst="roundRect">
            <a:avLst>
              <a:gd name="adj" fmla="val 3721"/>
            </a:avLst>
          </a:prstGeom>
          <a:solidFill>
            <a:srgbClr val="16192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977640"/>
            <a:ext cx="73152" cy="1965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087368"/>
            <a:ext cx="5088636" cy="1746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Patterns &amp; risks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“You're sharpest around 10 AM.” · “High context switching detected — batch tasks and mute chat.”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31636" y="3977640"/>
            <a:ext cx="5500116" cy="1965960"/>
          </a:xfrm>
          <a:prstGeom prst="roundRect">
            <a:avLst>
              <a:gd name="adj" fmla="val 3721"/>
            </a:avLst>
          </a:prstGeom>
          <a:solidFill>
            <a:srgbClr val="161925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1636" y="3977640"/>
            <a:ext cx="73152" cy="19659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6460236" y="4087368"/>
            <a:ext cx="5088636" cy="1746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from data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Narratives are built from measured numbers; the optional AI layer only rephrases — it never invents figures.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FocusLens — Attention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dashboard views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575304" cy="1783080"/>
          </a:xfrm>
          <a:prstGeom prst="roundRect">
            <a:avLst>
              <a:gd name="adj" fmla="val 4103"/>
            </a:avLst>
          </a:prstGeom>
          <a:solidFill>
            <a:srgbClr val="16192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37360"/>
            <a:ext cx="73152" cy="1783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47088"/>
            <a:ext cx="3163824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ring, focus time, deep work, goal alignment, attention leaks, daily summary.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06824" y="1737360"/>
            <a:ext cx="3575304" cy="1783080"/>
          </a:xfrm>
          <a:prstGeom prst="roundRect">
            <a:avLst>
              <a:gd name="adj" fmla="val 4103"/>
            </a:avLst>
          </a:prstGeom>
          <a:solidFill>
            <a:srgbClr val="16192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6824" y="1737360"/>
            <a:ext cx="73152" cy="1783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4535424" y="1847088"/>
            <a:ext cx="3163824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Minute-by-minute attention (newest first) with focus blocks &amp; interruptions inline.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56448" y="1737360"/>
            <a:ext cx="3575304" cy="1783080"/>
          </a:xfrm>
          <a:prstGeom prst="roundRect">
            <a:avLst>
              <a:gd name="adj" fmla="val 4103"/>
            </a:avLst>
          </a:prstGeom>
          <a:solidFill>
            <a:srgbClr val="16192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56448" y="1737360"/>
            <a:ext cx="73152" cy="17830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8385048" y="1847088"/>
            <a:ext cx="3163824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Trends, category donut, hourly heat, context-switching, and Top Websites by time.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3575304" cy="1783080"/>
          </a:xfrm>
          <a:prstGeom prst="roundRect">
            <a:avLst>
              <a:gd name="adj" fmla="val 4103"/>
            </a:avLst>
          </a:prstGeom>
          <a:solidFill>
            <a:srgbClr val="161925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794760"/>
            <a:ext cx="73152" cy="1783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904488"/>
            <a:ext cx="3163824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Sessions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deep-work blocks, longest session, best focus periods.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06824" y="3794760"/>
            <a:ext cx="3575304" cy="1783080"/>
          </a:xfrm>
          <a:prstGeom prst="roundRect">
            <a:avLst>
              <a:gd name="adj" fmla="val 4103"/>
            </a:avLst>
          </a:prstGeom>
          <a:solidFill>
            <a:srgbClr val="16192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06824" y="3794760"/>
            <a:ext cx="73152" cy="17830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2" name="Text 20"/>
          <p:cNvSpPr/>
          <p:nvPr/>
        </p:nvSpPr>
        <p:spPr>
          <a:xfrm>
            <a:off x="4535424" y="3904488"/>
            <a:ext cx="3163824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report + behavioural patterns, risks and recommendations.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56448" y="3794760"/>
            <a:ext cx="3575304" cy="1783080"/>
          </a:xfrm>
          <a:prstGeom prst="roundRect">
            <a:avLst>
              <a:gd name="adj" fmla="val 4103"/>
            </a:avLst>
          </a:prstGeom>
          <a:solidFill>
            <a:srgbClr val="16192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56448" y="3794760"/>
            <a:ext cx="73152" cy="1783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8385048" y="3904488"/>
            <a:ext cx="3163824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Create/manage goals; live progress and alignment.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FocusLens — Attention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HIGHLIGHT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“Where did my time go?”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Websites by time — every site ranked by exact time spent, with % of total.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Colour-coded by category, with a 7-day / 30-day toggle.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from the same rollups that power the charts — no extra cost.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3575304" cy="1280160"/>
          </a:xfrm>
          <a:prstGeom prst="roundRect">
            <a:avLst>
              <a:gd name="adj" fmla="val 5714"/>
            </a:avLst>
          </a:prstGeom>
          <a:solidFill>
            <a:srgbClr val="16192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931920"/>
            <a:ext cx="73152" cy="1280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041648"/>
            <a:ext cx="3163824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8h 42m · 34%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06824" y="3931920"/>
            <a:ext cx="3575304" cy="1280160"/>
          </a:xfrm>
          <a:prstGeom prst="roundRect">
            <a:avLst>
              <a:gd name="adj" fmla="val 5714"/>
            </a:avLst>
          </a:prstGeom>
          <a:solidFill>
            <a:srgbClr val="16192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6824" y="3931920"/>
            <a:ext cx="73152" cy="12801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535424" y="4041648"/>
            <a:ext cx="3163824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chatgpt.com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3h 06m · 12%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56448" y="3931920"/>
            <a:ext cx="3575304" cy="1280160"/>
          </a:xfrm>
          <a:prstGeom prst="roundRect">
            <a:avLst>
              <a:gd name="adj" fmla="val 5714"/>
            </a:avLst>
          </a:prstGeom>
          <a:solidFill>
            <a:srgbClr val="16192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3931920"/>
            <a:ext cx="73152" cy="128016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7" name="Text 15"/>
          <p:cNvSpPr/>
          <p:nvPr/>
        </p:nvSpPr>
        <p:spPr>
          <a:xfrm>
            <a:off x="8385048" y="4041648"/>
            <a:ext cx="3163824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youtube.com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2h 18m · 9%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FocusLens — Attention Intelligence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&amp; Demo modes — fully isolated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500116" cy="1554480"/>
          </a:xfrm>
          <a:prstGeom prst="roundRect">
            <a:avLst>
              <a:gd name="adj" fmla="val 4706"/>
            </a:avLst>
          </a:prstGeom>
          <a:solidFill>
            <a:srgbClr val="16192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37360"/>
            <a:ext cx="73152" cy="1554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47088"/>
            <a:ext cx="5088636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Mode (default)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attention data collected by the extension, stored in PostgreSQL.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31636" y="1737360"/>
            <a:ext cx="5500116" cy="1554480"/>
          </a:xfrm>
          <a:prstGeom prst="roundRect">
            <a:avLst>
              <a:gd name="adj" fmla="val 4706"/>
            </a:avLst>
          </a:prstGeom>
          <a:solidFill>
            <a:srgbClr val="16192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1636" y="1737360"/>
            <a:ext cx="73152" cy="15544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6460236" y="1847088"/>
            <a:ext cx="5088636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Mode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days of realistic activity, generated in-memory through the same engine — instant, and never written to the database.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5661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Switching modes only flips a view — it is 100% non-destructive. Your real attention data is never touched or deleted.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48056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Privacy: events go only to your own server; tracking can be paused anytime.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E8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Resilient: all core analytics work with no AI API key configured.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isn't a screen-time tracker.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It's an intelligence system that understands how people spend attention, identifies focus patterns, predicts distractions, and helps improve productivity — using real behavioural data.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669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A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FocusLens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FocusLens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FocusLens — Attention Intelligence Platform</dc:title>
  <dc:subject>PptxGenJS Presentation</dc:subject>
  <dc:creator>FocusLens</dc:creator>
  <cp:lastModifiedBy>FocusLens</cp:lastModifiedBy>
  <cp:revision>1</cp:revision>
  <dcterms:created xsi:type="dcterms:W3CDTF">2026-06-14T09:55:22Z</dcterms:created>
  <dcterms:modified xsi:type="dcterms:W3CDTF">2026-06-14T09:55:22Z</dcterms:modified>
</cp:coreProperties>
</file>